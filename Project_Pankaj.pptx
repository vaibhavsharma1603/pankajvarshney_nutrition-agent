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86"/>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xmlns=""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xmlns=""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dirty="0" smtClean="0"/>
                        <a:t>Dr. </a:t>
                      </a:r>
                      <a:r>
                        <a:rPr lang="en-US" dirty="0" err="1" smtClean="0"/>
                        <a:t>Pankaj</a:t>
                      </a:r>
                      <a:r>
                        <a:rPr lang="en-US" baseline="0" dirty="0" smtClean="0"/>
                        <a:t> </a:t>
                      </a:r>
                      <a:r>
                        <a:rPr lang="en-US" baseline="0" dirty="0" err="1" smtClean="0"/>
                        <a:t>Varshney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varspankaj@gmail.com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 7500066661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Healthcare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Nutrition Agent</a:t>
            </a:r>
            <a:endParaRPr lang="en-IN" sz="2400" b="1" dirty="0">
              <a:highlight>
                <a:srgbClr val="FFFF00"/>
              </a:highlight>
            </a:endParaRPr>
          </a:p>
        </p:txBody>
      </p:sp>
      <p:pic>
        <p:nvPicPr>
          <p:cNvPr id="8" name="Picture 7" descr="WhatsApp Image 2026-04-29 at 11.45.17 AM.jpeg"/>
          <p:cNvPicPr>
            <a:picLocks noChangeAspect="1"/>
          </p:cNvPicPr>
          <p:nvPr/>
        </p:nvPicPr>
        <p:blipFill>
          <a:blip r:embed="rId3"/>
          <a:stretch>
            <a:fillRect/>
          </a:stretch>
        </p:blipFill>
        <p:spPr>
          <a:xfrm>
            <a:off x="4071501" y="3713873"/>
            <a:ext cx="1018318" cy="9566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xmlns=""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685800" y="1165753"/>
            <a:ext cx="10607040" cy="2462213"/>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xmlns=""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xmlns=""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397031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xmlns=""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descr="WhatsApp Image 2026-04-29 at 11.14.21 AM.jpeg"/>
          <p:cNvPicPr>
            <a:picLocks noChangeAspect="1"/>
          </p:cNvPicPr>
          <p:nvPr/>
        </p:nvPicPr>
        <p:blipFill>
          <a:blip r:embed="rId3"/>
          <a:stretch>
            <a:fillRect/>
          </a:stretch>
        </p:blipFill>
        <p:spPr>
          <a:xfrm>
            <a:off x="801858" y="1308294"/>
            <a:ext cx="9594679" cy="5073455"/>
          </a:xfrm>
          <a:prstGeom prst="rect">
            <a:avLst/>
          </a:prstGeom>
        </p:spPr>
      </p:pic>
    </p:spTree>
    <p:extLst>
      <p:ext uri="{BB962C8B-B14F-4D97-AF65-F5344CB8AC3E}">
        <p14:creationId xmlns:p14="http://schemas.microsoft.com/office/powerpoint/2010/main" xmlns=""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a:t>
            </a:r>
            <a:r>
              <a:rPr lang="en-US" sz="3200" b="1" dirty="0" smtClean="0"/>
              <a:t>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a:t>
            </a:r>
            <a:r>
              <a:rPr lang="en-US" sz="2400" b="1" dirty="0" smtClean="0"/>
              <a:t>Used&lt;unchanged&gt;</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a:t>
            </a:r>
            <a:r>
              <a:rPr lang="en-US" sz="1800" dirty="0" smtClean="0"/>
              <a:t>ibm-granite-4h-small </a:t>
            </a:r>
            <a:r>
              <a:rPr lang="en-US" sz="1800" dirty="0"/>
              <a:t>–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r>
              <a:rPr lang="en-US" sz="1800" dirty="0" smtClean="0"/>
              <a:t>. </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a:t>
            </a:r>
            <a:r>
              <a:rPr lang="en-US" sz="1800" dirty="0" smtClean="0"/>
              <a:t>governance</a:t>
            </a:r>
            <a:endParaRPr lang="en-US" sz="1800" dirty="0">
              <a:solidFill>
                <a:srgbClr val="FF0000"/>
              </a:solidFill>
            </a:endParaRP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xmlns=""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a:t>
            </a:r>
            <a:r>
              <a:rPr lang="en-US" sz="2400" b="1" dirty="0" smtClean="0"/>
              <a:t>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xmlns=""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a:t>
            </a:r>
            <a:r>
              <a:rPr lang="en-US" sz="2400" b="1" dirty="0" smtClean="0">
                <a:sym typeface="Times New Roman"/>
              </a:rPr>
              <a:t>Link&lt;Change&gt;</a:t>
            </a:r>
            <a:endParaRPr sz="2400" b="1" dirty="0">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smtClean="0">
                <a:solidFill>
                  <a:srgbClr val="2B3541"/>
                </a:solidFill>
                <a:latin typeface="Times New Roman"/>
                <a:ea typeface="Times New Roman"/>
                <a:cs typeface="Times New Roman"/>
                <a:sym typeface="Times New Roman"/>
              </a:rPr>
              <a:t>– </a:t>
            </a:r>
            <a:r>
              <a:rPr lang="en-US" sz="1850" smtClean="0">
                <a:solidFill>
                  <a:srgbClr val="2B3541"/>
                </a:solidFill>
                <a:latin typeface="Times New Roman"/>
                <a:ea typeface="Times New Roman"/>
                <a:cs typeface="Times New Roman"/>
                <a:sym typeface="Times New Roman"/>
              </a:rPr>
              <a:t>https://github.com/vaibhavsharma1603/PankajVarshney_Nutrition-Agent.git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 </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a:t>
            </a:r>
            <a:r>
              <a:rPr lang="en-US" sz="2400" b="1" dirty="0" smtClean="0">
                <a:sym typeface="Times New Roman"/>
              </a:rPr>
              <a:t>Scope&lt;change&gt;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1424</TotalTime>
  <Words>1039</Words>
  <Application>Microsoft Office PowerPoint</Application>
  <PresentationFormat>Custom</PresentationFormat>
  <Paragraphs>119</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pc</cp:lastModifiedBy>
  <cp:revision>49</cp:revision>
  <dcterms:created xsi:type="dcterms:W3CDTF">2025-07-08T05:06:56Z</dcterms:created>
  <dcterms:modified xsi:type="dcterms:W3CDTF">2026-04-29T06:27:54Z</dcterms:modified>
</cp:coreProperties>
</file>